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2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7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i Balasai" userId="7cdde12fd10c3601" providerId="LiveId" clId="{7BEC528C-5F36-425E-AB3C-731295C05A29}"/>
    <pc:docChg chg="addSld modSld">
      <pc:chgData name="Vaishnavi Balasai" userId="7cdde12fd10c3601" providerId="LiveId" clId="{7BEC528C-5F36-425E-AB3C-731295C05A29}" dt="2026-10-16T05:04:10.384" v="6" actId="1076"/>
      <pc:docMkLst>
        <pc:docMk/>
      </pc:docMkLst>
      <pc:sldChg chg="modSp mod">
        <pc:chgData name="Vaishnavi Balasai" userId="7cdde12fd10c3601" providerId="LiveId" clId="{7BEC528C-5F36-425E-AB3C-731295C05A29}" dt="2026-10-15T15:16:19.256" v="1" actId="1076"/>
        <pc:sldMkLst>
          <pc:docMk/>
          <pc:sldMk cId="0" sldId="265"/>
        </pc:sldMkLst>
        <pc:picChg chg="mod">
          <ac:chgData name="Vaishnavi Balasai" userId="7cdde12fd10c3601" providerId="LiveId" clId="{7BEC528C-5F36-425E-AB3C-731295C05A29}" dt="2026-10-15T15:16:19.256" v="1" actId="1076"/>
          <ac:picMkLst>
            <pc:docMk/>
            <pc:sldMk cId="0" sldId="265"/>
            <ac:picMk id="2" creationId="{00000000-0000-0000-0000-000000000000}"/>
          </ac:picMkLst>
        </pc:picChg>
      </pc:sldChg>
      <pc:sldChg chg="modSp mod">
        <pc:chgData name="Vaishnavi Balasai" userId="7cdde12fd10c3601" providerId="LiveId" clId="{7BEC528C-5F36-425E-AB3C-731295C05A29}" dt="2026-10-15T15:16:27.220" v="3" actId="14100"/>
        <pc:sldMkLst>
          <pc:docMk/>
          <pc:sldMk cId="0" sldId="268"/>
        </pc:sldMkLst>
        <pc:spChg chg="mod">
          <ac:chgData name="Vaishnavi Balasai" userId="7cdde12fd10c3601" providerId="LiveId" clId="{7BEC528C-5F36-425E-AB3C-731295C05A29}" dt="2026-10-15T15:16:27.220" v="3" actId="14100"/>
          <ac:spMkLst>
            <pc:docMk/>
            <pc:sldMk cId="0" sldId="268"/>
            <ac:spMk id="4" creationId="{00000000-0000-0000-0000-000000000000}"/>
          </ac:spMkLst>
        </pc:spChg>
      </pc:sldChg>
      <pc:sldChg chg="new">
        <pc:chgData name="Vaishnavi Balasai" userId="7cdde12fd10c3601" providerId="LiveId" clId="{7BEC528C-5F36-425E-AB3C-731295C05A29}" dt="2026-10-15T15:16:31.198" v="4" actId="680"/>
        <pc:sldMkLst>
          <pc:docMk/>
          <pc:sldMk cId="1198173532" sldId="271"/>
        </pc:sldMkLst>
      </pc:sldChg>
      <pc:sldChg chg="modSp mod">
        <pc:chgData name="Vaishnavi Balasai" userId="7cdde12fd10c3601" providerId="LiveId" clId="{7BEC528C-5F36-425E-AB3C-731295C05A29}" dt="2026-10-16T05:04:10.384" v="6" actId="1076"/>
        <pc:sldMkLst>
          <pc:docMk/>
          <pc:sldMk cId="0" sldId="272"/>
        </pc:sldMkLst>
        <pc:cxnChg chg="mod">
          <ac:chgData name="Vaishnavi Balasai" userId="7cdde12fd10c3601" providerId="LiveId" clId="{7BEC528C-5F36-425E-AB3C-731295C05A29}" dt="2026-10-16T05:04:10.384" v="6" actId="1076"/>
          <ac:cxnSpMkLst>
            <pc:docMk/>
            <pc:sldMk cId="0" sldId="272"/>
            <ac:cxnSpMk id="6" creationId="{E4C7B74B-E48F-5FCF-6928-3DACCBB5439F}"/>
          </ac:cxnSpMkLst>
        </pc:cxnChg>
        <pc:cxnChg chg="mod">
          <ac:chgData name="Vaishnavi Balasai" userId="7cdde12fd10c3601" providerId="LiveId" clId="{7BEC528C-5F36-425E-AB3C-731295C05A29}" dt="2026-10-16T05:04:07.316" v="5" actId="1076"/>
          <ac:cxnSpMkLst>
            <pc:docMk/>
            <pc:sldMk cId="0" sldId="272"/>
            <ac:cxnSpMk id="8" creationId="{919105EB-D48B-4435-8CD3-6B499032E31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shitha-591" TargetMode="External"/><Relationship Id="rId2" Type="http://schemas.openxmlformats.org/officeDocument/2006/relationships/hyperlink" Target="https://github.com/balasaivaishnavi-alt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B1707C-854B-D5CF-2378-E95F3C1D1F36}"/>
              </a:ext>
            </a:extLst>
          </p:cNvPr>
          <p:cNvSpPr/>
          <p:nvPr/>
        </p:nvSpPr>
        <p:spPr>
          <a:xfrm>
            <a:off x="7729870" y="4364666"/>
            <a:ext cx="2679403" cy="9941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Guided By </a:t>
            </a:r>
          </a:p>
          <a:p>
            <a:pPr algn="ctr"/>
            <a:r>
              <a:rPr lang="en-US" dirty="0"/>
              <a:t>Faculty: Dr K . Madhavi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83442" y="2296634"/>
            <a:ext cx="5302966" cy="3359887"/>
          </a:xfrm>
          <a:prstGeom prst="rect">
            <a:avLst/>
          </a:prstGeom>
          <a:solidFill>
            <a:srgbClr val="FF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2620030340                               </a:t>
            </a:r>
            <a:r>
              <a:rPr lang="en-US" dirty="0" err="1">
                <a:solidFill>
                  <a:schemeClr val="tx1"/>
                </a:solidFill>
              </a:rPr>
              <a:t>B.Vaishnavi</a:t>
            </a:r>
            <a:r>
              <a:rPr lang="en-US" dirty="0">
                <a:solidFill>
                  <a:schemeClr val="tx1"/>
                </a:solidFill>
              </a:rPr>
              <a:t>  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         2620030591                              </a:t>
            </a:r>
            <a:r>
              <a:rPr lang="en-US" dirty="0" err="1">
                <a:solidFill>
                  <a:schemeClr val="tx1"/>
                </a:solidFill>
              </a:rPr>
              <a:t>R.Harshitha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02341" y="3073221"/>
            <a:ext cx="4876678" cy="2084004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09730" y="3927830"/>
            <a:ext cx="4876678" cy="1108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509730" y="4604023"/>
            <a:ext cx="4876678" cy="1108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0680" y="3073221"/>
            <a:ext cx="11083" cy="2084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9289" y="164592"/>
            <a:ext cx="442294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Java Code (Complete Program)</a:t>
            </a:r>
          </a:p>
        </p:txBody>
      </p:sp>
      <p:pic>
        <p:nvPicPr>
          <p:cNvPr id="3" name="Picture 2" descr="Screenshot 2026-10-16 0833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29378"/>
            <a:ext cx="3703320" cy="4534276"/>
          </a:xfrm>
          <a:prstGeom prst="rect">
            <a:avLst/>
          </a:prstGeom>
        </p:spPr>
      </p:pic>
      <p:pic>
        <p:nvPicPr>
          <p:cNvPr id="4" name="Picture 3" descr="Screenshot 2026-10-16 083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229378"/>
            <a:ext cx="3703320" cy="4534276"/>
          </a:xfrm>
          <a:prstGeom prst="rect">
            <a:avLst/>
          </a:prstGeom>
        </p:spPr>
      </p:pic>
      <p:pic>
        <p:nvPicPr>
          <p:cNvPr id="5" name="Picture 4" descr="code3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650" y="1229378"/>
            <a:ext cx="3657600" cy="45342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953545-F1A4-7A9A-94C1-33413D4C50CC}"/>
              </a:ext>
            </a:extLst>
          </p:cNvPr>
          <p:cNvCxnSpPr>
            <a:cxnSpLocks/>
          </p:cNvCxnSpPr>
          <p:nvPr/>
        </p:nvCxnSpPr>
        <p:spPr>
          <a:xfrm>
            <a:off x="923260" y="850605"/>
            <a:ext cx="103454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09E1FA2-1DE0-4DD4-44E4-2467A45FC0BF}"/>
              </a:ext>
            </a:extLst>
          </p:cNvPr>
          <p:cNvCxnSpPr>
            <a:cxnSpLocks/>
          </p:cNvCxnSpPr>
          <p:nvPr/>
        </p:nvCxnSpPr>
        <p:spPr>
          <a:xfrm>
            <a:off x="809846" y="6223591"/>
            <a:ext cx="103454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27FF57-8EAF-B7E5-28F1-EFC82F44E064}"/>
              </a:ext>
            </a:extLst>
          </p:cNvPr>
          <p:cNvCxnSpPr>
            <a:cxnSpLocks/>
          </p:cNvCxnSpPr>
          <p:nvPr/>
        </p:nvCxnSpPr>
        <p:spPr>
          <a:xfrm>
            <a:off x="1075660" y="9817426"/>
            <a:ext cx="103454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192" y="1031358"/>
            <a:ext cx="4846320" cy="521208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F9961E-ABFA-62A0-1545-B73D96E263AB}"/>
              </a:ext>
            </a:extLst>
          </p:cNvPr>
          <p:cNvCxnSpPr>
            <a:cxnSpLocks/>
          </p:cNvCxnSpPr>
          <p:nvPr/>
        </p:nvCxnSpPr>
        <p:spPr>
          <a:xfrm flipV="1">
            <a:off x="1562986" y="550768"/>
            <a:ext cx="9069572" cy="34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4B65D6-C509-A250-3B56-A1B857EC0013}"/>
              </a:ext>
            </a:extLst>
          </p:cNvPr>
          <p:cNvCxnSpPr>
            <a:cxnSpLocks/>
          </p:cNvCxnSpPr>
          <p:nvPr/>
        </p:nvCxnSpPr>
        <p:spPr>
          <a:xfrm flipV="1">
            <a:off x="1562986" y="6529818"/>
            <a:ext cx="9069572" cy="34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4AFA4D5-CE6C-1DA3-05F7-9C3BB3BD2A9E}"/>
              </a:ext>
            </a:extLst>
          </p:cNvPr>
          <p:cNvSpPr txBox="1"/>
          <p:nvPr/>
        </p:nvSpPr>
        <p:spPr>
          <a:xfrm>
            <a:off x="1562986" y="103135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/>
              </a:rPr>
              <a:t>OUTPUT :</a:t>
            </a:r>
            <a:endParaRPr lang="en-IN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143000"/>
            <a:ext cx="1036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231919"/>
                </a:solidFill>
                <a:latin typeface="Arial"/>
              </a:rPr>
              <a:t>GitHub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29144" y="2207939"/>
            <a:ext cx="6533712" cy="3847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u="sng" dirty="0">
                <a:solidFill>
                  <a:srgbClr val="002060"/>
                </a:solidFill>
                <a:latin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Bala Sai Vaishnavi:  https://github.com/balasaivaishnavi-alt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3627" y="3122339"/>
            <a:ext cx="4924745" cy="3847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u="sng" dirty="0">
                <a:solidFill>
                  <a:srgbClr val="002060"/>
                </a:solidFill>
                <a:latin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Harshitha:  https://github.com/harshitha-591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C7B74B-E48F-5FCF-6928-3DACCBB5439F}"/>
              </a:ext>
            </a:extLst>
          </p:cNvPr>
          <p:cNvCxnSpPr>
            <a:cxnSpLocks/>
          </p:cNvCxnSpPr>
          <p:nvPr/>
        </p:nvCxnSpPr>
        <p:spPr>
          <a:xfrm flipV="1">
            <a:off x="914400" y="549525"/>
            <a:ext cx="10164726" cy="1275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9105EB-D48B-4435-8CD3-6B499032E319}"/>
              </a:ext>
            </a:extLst>
          </p:cNvPr>
          <p:cNvCxnSpPr>
            <a:cxnSpLocks/>
          </p:cNvCxnSpPr>
          <p:nvPr/>
        </p:nvCxnSpPr>
        <p:spPr>
          <a:xfrm flipV="1">
            <a:off x="1112874" y="5819566"/>
            <a:ext cx="10164726" cy="1275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8E5D61B-CC26-D512-64E6-9F07B50E6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48</Words>
  <Application>Microsoft Office PowerPoint</Application>
  <PresentationFormat>Widescreen</PresentationFormat>
  <Paragraphs>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Vaishnavi Balasai</dc:creator>
  <cp:keywords/>
  <dc:description>generated using python-pptx</dc:description>
  <cp:lastModifiedBy>Vaishnavi Balasai</cp:lastModifiedBy>
  <cp:revision>4</cp:revision>
  <dcterms:created xsi:type="dcterms:W3CDTF">2013-01-27T09:14:16Z</dcterms:created>
  <dcterms:modified xsi:type="dcterms:W3CDTF">2026-10-16T05:04:18Z</dcterms:modified>
  <cp:category/>
</cp:coreProperties>
</file>